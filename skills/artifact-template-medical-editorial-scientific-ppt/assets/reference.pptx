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71f98726427845cf"/><Relationship Type="http://schemas.openxmlformats.org/officeDocument/2006/relationships/extended-properties" Target="/docProps/app.xml" Id="R1dc02b08b4664db6"/><Relationship Type="http://schemas.openxmlformats.org/officeDocument/2006/relationships/officeDocument" Target="/ppt/presentation.xml" Id="R5bdcf907eb094b67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f657a29a6c414c"/>
  </p:sldMasterIdLst>
  <p:notesMasterIdLst>
    <p:notesMasterId xmlns:r="http://schemas.openxmlformats.org/officeDocument/2006/relationships" r:id="R17a76de3a45e4aea"/>
  </p:notesMasterIdLst>
  <p:sldIdLst>
    <p:sldId xmlns:r="http://schemas.openxmlformats.org/officeDocument/2006/relationships" id="256" r:id="R69d2bac33dbc4894"/>
    <p:sldId xmlns:r="http://schemas.openxmlformats.org/officeDocument/2006/relationships" id="257" r:id="R2ab9f8e7599741e8"/>
    <p:sldId xmlns:r="http://schemas.openxmlformats.org/officeDocument/2006/relationships" id="258" r:id="R95870d89b31b4268"/>
    <p:sldId xmlns:r="http://schemas.openxmlformats.org/officeDocument/2006/relationships" id="259" r:id="Rc261ac8a67644a12"/>
    <p:sldId xmlns:r="http://schemas.openxmlformats.org/officeDocument/2006/relationships" id="260" r:id="Re7e912b46ac14c63"/>
    <p:sldId xmlns:r="http://schemas.openxmlformats.org/officeDocument/2006/relationships" id="261" r:id="R1c33da60d3154a94"/>
    <p:sldId xmlns:r="http://schemas.openxmlformats.org/officeDocument/2006/relationships" id="262" r:id="R34225c0bef974e36"/>
    <p:sldId xmlns:r="http://schemas.openxmlformats.org/officeDocument/2006/relationships" id="263" r:id="R38a79da1b1054a12"/>
    <p:sldId xmlns:r="http://schemas.openxmlformats.org/officeDocument/2006/relationships" id="264" r:id="R8e5f58f949314a2c"/>
    <p:sldId xmlns:r="http://schemas.openxmlformats.org/officeDocument/2006/relationships" id="265" r:id="R3837080baa2a4862"/>
    <p:sldId xmlns:r="http://schemas.openxmlformats.org/officeDocument/2006/relationships" id="266" r:id="R1e18a6b6830b494b"/>
    <p:sldId xmlns:r="http://schemas.openxmlformats.org/officeDocument/2006/relationships" id="267" r:id="Rc1dc4d08e98645fd"/>
    <p:sldId xmlns:r="http://schemas.openxmlformats.org/officeDocument/2006/relationships" id="268" r:id="R18cd710329344633"/>
    <p:sldId xmlns:r="http://schemas.openxmlformats.org/officeDocument/2006/relationships" id="269" r:id="R1075b48ab0e841cc"/>
    <p:sldId xmlns:r="http://schemas.openxmlformats.org/officeDocument/2006/relationships" id="270" r:id="R5d4fd8ed1e5542e4"/>
    <p:sldId xmlns:r="http://schemas.openxmlformats.org/officeDocument/2006/relationships" id="271" r:id="R57d043c000154455"/>
    <p:sldId xmlns:r="http://schemas.openxmlformats.org/officeDocument/2006/relationships" id="272" r:id="R601e819d43ac4240"/>
    <p:sldId xmlns:r="http://schemas.openxmlformats.org/officeDocument/2006/relationships" id="273" r:id="Rb58865cdacc348a0"/>
    <p:sldId xmlns:r="http://schemas.openxmlformats.org/officeDocument/2006/relationships" id="274" r:id="Rf415485e3ba24ea8"/>
    <p:sldId xmlns:r="http://schemas.openxmlformats.org/officeDocument/2006/relationships" id="275" r:id="Rf3d3211b20e2401f"/>
    <p:sldId xmlns:r="http://schemas.openxmlformats.org/officeDocument/2006/relationships" id="276" r:id="R46e3940a200e4ae7"/>
    <p:sldId xmlns:r="http://schemas.openxmlformats.org/officeDocument/2006/relationships" id="277" r:id="Ra53edb06892441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4c845f644784e0e"/><Relationship Type="http://schemas.openxmlformats.org/officeDocument/2006/relationships/slideMaster" Target="/ppt/slideMasters/slideMaster1.xml" Id="R1bf657a29a6c414c"/><Relationship Type="http://schemas.openxmlformats.org/officeDocument/2006/relationships/notesMaster" Target="/ppt/notesMasters/notesMaster1.xml" Id="R17a76de3a45e4aea"/><Relationship Type="http://schemas.openxmlformats.org/officeDocument/2006/relationships/presProps" Target="/ppt/presProps.xml" Id="Rd83c15c5dbc5415d"/><Relationship Type="http://schemas.openxmlformats.org/officeDocument/2006/relationships/tableStyles" Target="/ppt/tableStyles.xml" Id="R27b889dd4222448d"/><Relationship Type="http://schemas.openxmlformats.org/officeDocument/2006/relationships/slide" Target="/ppt/slides/slide1.xml" Id="R69d2bac33dbc4894"/><Relationship Type="http://schemas.openxmlformats.org/officeDocument/2006/relationships/slide" Target="/ppt/slides/slide2.xml" Id="R2ab9f8e7599741e8"/><Relationship Type="http://schemas.openxmlformats.org/officeDocument/2006/relationships/slide" Target="/ppt/slides/slide3.xml" Id="R95870d89b31b4268"/><Relationship Type="http://schemas.openxmlformats.org/officeDocument/2006/relationships/slide" Target="/ppt/slides/slide4.xml" Id="Rc261ac8a67644a12"/><Relationship Type="http://schemas.openxmlformats.org/officeDocument/2006/relationships/slide" Target="/ppt/slides/slide5.xml" Id="Re7e912b46ac14c63"/><Relationship Type="http://schemas.openxmlformats.org/officeDocument/2006/relationships/slide" Target="/ppt/slides/slide6.xml" Id="R1c33da60d3154a94"/><Relationship Type="http://schemas.openxmlformats.org/officeDocument/2006/relationships/slide" Target="/ppt/slides/slide7.xml" Id="R34225c0bef974e36"/><Relationship Type="http://schemas.openxmlformats.org/officeDocument/2006/relationships/slide" Target="/ppt/slides/slide8.xml" Id="R38a79da1b1054a12"/><Relationship Type="http://schemas.openxmlformats.org/officeDocument/2006/relationships/slide" Target="/ppt/slides/slide9.xml" Id="R8e5f58f949314a2c"/><Relationship Type="http://schemas.openxmlformats.org/officeDocument/2006/relationships/slide" Target="/ppt/slides/slide10.xml" Id="R3837080baa2a4862"/><Relationship Type="http://schemas.openxmlformats.org/officeDocument/2006/relationships/slide" Target="/ppt/slides/slide11.xml" Id="R1e18a6b6830b494b"/><Relationship Type="http://schemas.openxmlformats.org/officeDocument/2006/relationships/slide" Target="/ppt/slides/slide12.xml" Id="Rc1dc4d08e98645fd"/><Relationship Type="http://schemas.openxmlformats.org/officeDocument/2006/relationships/slide" Target="/ppt/slides/slide13.xml" Id="R18cd710329344633"/><Relationship Type="http://schemas.openxmlformats.org/officeDocument/2006/relationships/slide" Target="/ppt/slides/slide14.xml" Id="R1075b48ab0e841cc"/><Relationship Type="http://schemas.openxmlformats.org/officeDocument/2006/relationships/slide" Target="/ppt/slides/slide15.xml" Id="R5d4fd8ed1e5542e4"/><Relationship Type="http://schemas.openxmlformats.org/officeDocument/2006/relationships/slide" Target="/ppt/slides/slide16.xml" Id="R57d043c000154455"/><Relationship Type="http://schemas.openxmlformats.org/officeDocument/2006/relationships/slide" Target="/ppt/slides/slide17.xml" Id="R601e819d43ac4240"/><Relationship Type="http://schemas.openxmlformats.org/officeDocument/2006/relationships/slide" Target="/ppt/slides/slide18.xml" Id="Rb58865cdacc348a0"/><Relationship Type="http://schemas.openxmlformats.org/officeDocument/2006/relationships/slide" Target="/ppt/slides/slide19.xml" Id="Rf415485e3ba24ea8"/><Relationship Type="http://schemas.openxmlformats.org/officeDocument/2006/relationships/slide" Target="/ppt/slides/slide20.xml" Id="Rf3d3211b20e2401f"/><Relationship Type="http://schemas.openxmlformats.org/officeDocument/2006/relationships/slide" Target="/ppt/slides/slide21.xml" Id="R46e3940a200e4ae7"/><Relationship Type="http://schemas.openxmlformats.org/officeDocument/2006/relationships/slide" Target="/ppt/slides/slide22.xml" Id="Ra53edb06892441f8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6c906af13a454f0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fe29fbbe629a48a1"/><Relationship Type="http://schemas.openxmlformats.org/officeDocument/2006/relationships/notesMaster" Target="/ppt/notesMasters/notesMaster1.xml" Id="R41252b9abfe5478a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2fc21f96f19f41bd"/><Relationship Type="http://schemas.openxmlformats.org/officeDocument/2006/relationships/notesMaster" Target="/ppt/notesMasters/notesMaster1.xml" Id="R5f916d10cd77448a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6f84c7f8df634588"/><Relationship Type="http://schemas.openxmlformats.org/officeDocument/2006/relationships/notesMaster" Target="/ppt/notesMasters/notesMaster1.xml" Id="R5732031ca4394c21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37c4d7b4649847e7"/><Relationship Type="http://schemas.openxmlformats.org/officeDocument/2006/relationships/notesMaster" Target="/ppt/notesMasters/notesMaster1.xml" Id="Ra0a163f7edde43b4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8f478d3840574e3a"/><Relationship Type="http://schemas.openxmlformats.org/officeDocument/2006/relationships/notesMaster" Target="/ppt/notesMasters/notesMaster1.xml" Id="R44092d692b704b8a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ffc9388f71fb4138"/><Relationship Type="http://schemas.openxmlformats.org/officeDocument/2006/relationships/notesMaster" Target="/ppt/notesMasters/notesMaster1.xml" Id="R3e2061d58aa44f29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a264c41407b5468e"/><Relationship Type="http://schemas.openxmlformats.org/officeDocument/2006/relationships/notesMaster" Target="/ppt/notesMasters/notesMaster1.xml" Id="R5a615f7388b3467e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39ccf1d096114841"/><Relationship Type="http://schemas.openxmlformats.org/officeDocument/2006/relationships/notesMaster" Target="/ppt/notesMasters/notesMaster1.xml" Id="Rdbbef468efdd4c75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ab7b0155874d4eb2"/><Relationship Type="http://schemas.openxmlformats.org/officeDocument/2006/relationships/notesMaster" Target="/ppt/notesMasters/notesMaster1.xml" Id="R2c65e4eef57947fe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7dc6880793fc4666"/><Relationship Type="http://schemas.openxmlformats.org/officeDocument/2006/relationships/notesMaster" Target="/ppt/notesMasters/notesMaster1.xml" Id="R9dd6db4453094f3e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49be58bc0bb840c2"/><Relationship Type="http://schemas.openxmlformats.org/officeDocument/2006/relationships/notesMaster" Target="/ppt/notesMasters/notesMaster1.xml" Id="Rf972f70075774078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8c4684f967554713"/><Relationship Type="http://schemas.openxmlformats.org/officeDocument/2006/relationships/notesMaster" Target="/ppt/notesMasters/notesMaster1.xml" Id="R4384129424844b10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07f8d624c8604a82"/><Relationship Type="http://schemas.openxmlformats.org/officeDocument/2006/relationships/notesMaster" Target="/ppt/notesMasters/notesMaster1.xml" Id="R2277d3cef7d94abd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df7c467808b5415e"/><Relationship Type="http://schemas.openxmlformats.org/officeDocument/2006/relationships/notesMaster" Target="/ppt/notesMasters/notesMaster1.xml" Id="R67fb2acfa4c6484f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dde8d732ad054192"/><Relationship Type="http://schemas.openxmlformats.org/officeDocument/2006/relationships/notesMaster" Target="/ppt/notesMasters/notesMaster1.xml" Id="R49059e8d3d5c4fc7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f73dfe372a96481f"/><Relationship Type="http://schemas.openxmlformats.org/officeDocument/2006/relationships/notesMaster" Target="/ppt/notesMasters/notesMaster1.xml" Id="Ra5a31bf6370b4964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fb66bd6dced647f2"/><Relationship Type="http://schemas.openxmlformats.org/officeDocument/2006/relationships/notesMaster" Target="/ppt/notesMasters/notesMaster1.xml" Id="Ree2fc1153b0444bf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7230050557af4022"/><Relationship Type="http://schemas.openxmlformats.org/officeDocument/2006/relationships/notesMaster" Target="/ppt/notesMasters/notesMaster1.xml" Id="R7dce76ac4361404c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f3796356678a4f6f"/><Relationship Type="http://schemas.openxmlformats.org/officeDocument/2006/relationships/notesMaster" Target="/ppt/notesMasters/notesMaster1.xml" Id="R196c865951a74089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703606f6d8a84f82"/><Relationship Type="http://schemas.openxmlformats.org/officeDocument/2006/relationships/notesMaster" Target="/ppt/notesMasters/notesMaster1.xml" Id="R7a93bce08ecc43f4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3426eaac32894a6b"/><Relationship Type="http://schemas.openxmlformats.org/officeDocument/2006/relationships/notesMaster" Target="/ppt/notesMasters/notesMaster1.xml" Id="R7daa7ff0c13147ea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2795527b97984220"/><Relationship Type="http://schemas.openxmlformats.org/officeDocument/2006/relationships/notesMaster" Target="/ppt/notesMasters/notesMaster1.xml" Id="R735be32a1d3f454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9278380a5894aa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6c1a1871b19e4066"/><Relationship Type="http://schemas.openxmlformats.org/officeDocument/2006/relationships/slideLayout" Target="/ppt/slideLayouts/slideLayout1.xml" Id="R58c654a0186e49d1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c654a0186e49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eede5b19a6f4b3b"/><Relationship Type="http://schemas.openxmlformats.org/officeDocument/2006/relationships/notesSlide" Target="/ppt/notesSlides/notesSlide1.xml" Id="R83d2a680a7034b08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2d7903077f741cb"/><Relationship Type="http://schemas.openxmlformats.org/officeDocument/2006/relationships/notesSlide" Target="/ppt/notesSlides/notesSlide2.xml" Id="Rd9203f5d1d9e40c8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fb4cc81c6e2421c"/><Relationship Type="http://schemas.openxmlformats.org/officeDocument/2006/relationships/notesSlide" Target="/ppt/notesSlides/notesSlide3.xml" Id="R175da769c6ed41cc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b5de4e4dc6e4432"/><Relationship Type="http://schemas.openxmlformats.org/officeDocument/2006/relationships/notesSlide" Target="/ppt/notesSlides/notesSlide4.xml" Id="Rab4e79c23d2a4ba5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20a4ad2b62b4d6b"/><Relationship Type="http://schemas.openxmlformats.org/officeDocument/2006/relationships/notesSlide" Target="/ppt/notesSlides/notesSlide5.xml" Id="Rb8ab627b88784d90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ec48b38a906445a"/><Relationship Type="http://schemas.openxmlformats.org/officeDocument/2006/relationships/notesSlide" Target="/ppt/notesSlides/notesSlide6.xml" Id="R5d9681323ea24025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c1c227f28094a09"/><Relationship Type="http://schemas.openxmlformats.org/officeDocument/2006/relationships/notesSlide" Target="/ppt/notesSlides/notesSlide7.xml" Id="Rb9da1b9ca7e2483f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0f0f02d84aa4973"/><Relationship Type="http://schemas.openxmlformats.org/officeDocument/2006/relationships/notesSlide" Target="/ppt/notesSlides/notesSlide8.xml" Id="R4959ebf4900b4611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042ef8fcbee4f61"/><Relationship Type="http://schemas.openxmlformats.org/officeDocument/2006/relationships/notesSlide" Target="/ppt/notesSlides/notesSlide9.xml" Id="R3b610e5de22447f2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4879db0c35a41b0"/><Relationship Type="http://schemas.openxmlformats.org/officeDocument/2006/relationships/notesSlide" Target="/ppt/notesSlides/notesSlide10.xml" Id="R638e3a80078843f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e9a5527c1b84f94"/><Relationship Type="http://schemas.openxmlformats.org/officeDocument/2006/relationships/notesSlide" Target="/ppt/notesSlides/notesSlide11.xml" Id="R00b5107af9a3460f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51362870ee14fed"/><Relationship Type="http://schemas.openxmlformats.org/officeDocument/2006/relationships/notesSlide" Target="/ppt/notesSlides/notesSlide12.xml" Id="R6da49fea17fb4e74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ec7b2a089c749c9"/><Relationship Type="http://schemas.openxmlformats.org/officeDocument/2006/relationships/notesSlide" Target="/ppt/notesSlides/notesSlide13.xml" Id="R6302e18967cd4728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74754cb89fc467d"/><Relationship Type="http://schemas.openxmlformats.org/officeDocument/2006/relationships/notesSlide" Target="/ppt/notesSlides/notesSlide14.xml" Id="Refbeb283a1fd41e0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f8047bf29ff4d41"/><Relationship Type="http://schemas.openxmlformats.org/officeDocument/2006/relationships/notesSlide" Target="/ppt/notesSlides/notesSlide15.xml" Id="Rc795e88c308b4a13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6725fc7efbd465b"/><Relationship Type="http://schemas.openxmlformats.org/officeDocument/2006/relationships/notesSlide" Target="/ppt/notesSlides/notesSlide16.xml" Id="R9adc9fb161b3418a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b273f05d7e84cde"/><Relationship Type="http://schemas.openxmlformats.org/officeDocument/2006/relationships/notesSlide" Target="/ppt/notesSlides/notesSlide17.xml" Id="Rfaed992e74754064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5c8c3fde8a24f9a"/><Relationship Type="http://schemas.openxmlformats.org/officeDocument/2006/relationships/notesSlide" Target="/ppt/notesSlides/notesSlide18.xml" Id="R107626db4b934322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01d28065f7e421b"/><Relationship Type="http://schemas.openxmlformats.org/officeDocument/2006/relationships/notesSlide" Target="/ppt/notesSlides/notesSlide19.xml" Id="Rcdb653ca3e5f4f73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f7afc13269e469c"/><Relationship Type="http://schemas.openxmlformats.org/officeDocument/2006/relationships/notesSlide" Target="/ppt/notesSlides/notesSlide20.xml" Id="R69eb25dc189b4286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3c35b70ca344062"/><Relationship Type="http://schemas.openxmlformats.org/officeDocument/2006/relationships/notesSlide" Target="/ppt/notesSlides/notesSlide21.xml" Id="R07dd201440634e8e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b3f56e85fe24be5"/><Relationship Type="http://schemas.openxmlformats.org/officeDocument/2006/relationships/notesSlide" Target="/ppt/notesSlides/notesSlide22.xml" Id="R4555ca56e034498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A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3B231-769E-41D4-89DF-C3B7C04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C"/>
          </a:solidFill>
          <a:ln xmlns:a="http://schemas.openxmlformats.org/drawingml/2006/main" w="0">
            <a:solidFill>
              <a:srgbClr val="F3F1EC"/>
            </a:solidFill>
            <a:prstDash val="solid"/>
          </a:ln>
        </p:spPr>
      </p:sp>
      <p:sp>
        <p:nvSpPr>
          <p:cNvPr id="11" name="图片占位区"/>
          <p:cNvSpPr txBox="1"/>
          <p:nvPr/>
        </p:nvSpPr>
        <p:spPr>
          <a:xfrm xmlns:a="http://schemas.openxmlformats.org/drawingml/2006/main">
            <a:off x="6896100" y="1511300"/>
            <a:ext cx="4953000" cy="3302000"/>
          </a:xfrm>
          <ns1:prstGeom xmlns:ns1="http://schemas.openxmlformats.org/drawingml/2006/main" prst="rect">
            <ns1:avLst/>
          </ns1:prstGeom>
          <ns2:noFill xmlns:ns2="http://schemas.openxmlformats.org/drawingml/2006/main"/>
          <ns3:ln xmlns:ns3="http://schemas.openxmlformats.org/drawingml/2006/main" w="12700">
            <ns3:solidFill>
              <ns3:srgbClr val="789A9C"/>
            </ns3:solidFill>
            <ns3:prstDash val="dash"/>
          </ns3:ln>
        </p:spPr>
        <p:txBody>
          <ns4:bodyPr xmlns:ns4="http://schemas.openxmlformats.org/drawingml/2006/main" wrap="square" anchor="ctr" lIns="91440" rIns="91440" tIns="45720" bIns="45720">
            <ns4:noAutofit/>
          </ns4:bodyPr>
          <ns5:lstStyle xmlns:ns5="http://schemas.openxmlformats.org/drawingml/2006/main"/>
          <ns6:p xmlns:ns6="http://schemas.openxmlformats.org/drawingml/2006/main">
            <ns6:pPr algn="ctr"/>
            <ns6:r>
              <ns6:rPr lang="zh-CN" sz="2100">
                <ns6:solidFill>
                  <ns6:srgbClr val="789A9C"/>
                </ns6:solidFill>
                <ns6:latin typeface="Arial"/>
                <ns6:ea typeface="Microsoft YaHei"/>
              </ns6:rPr>
              <ns6:t>插入图片</ns6:t>
            </ns6:r>
          </ns6:p>
          <ns7:p xmlns:ns7="http://schemas.openxmlformats.org/drawingml/2006/main">
            <ns7:pPr algn="ctr"/>
            <ns7:r>
              <ns7:rPr lang="zh-CN" sz="1200">
                <ns7:solidFill>
                  <ns7:srgbClr val="789A9C"/>
                </ns7:solidFill>
                <ns7:latin typeface="Arial"/>
                <ns7:ea typeface="Microsoft YaHei"/>
              </ns7:rPr>
              <ns7:t>替换为主题图片或示意图</ns7:t>
            </ns7:r>
          </ns7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773E8-D528-41F4-8334-5311C08A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C8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CC8C0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9D03C-EA20-43E1-A3E5-CE05905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58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科研汇报标题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22BCE-7C7B-4A6C-9FD4-C586DC7F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9E3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D9E3EA"/>
                </a:solidFill>
                <a:latin typeface="Microsoft YaHei"/>
                <a:ea typeface="Microsoft YaHei"/>
                <a:cs typeface="Microsoft YaHei"/>
              </a:rPr>
              <a:t>填写汇报副标题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03041-8F9F-44AC-A696-11DD7B5D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FA6"/>
          </a:solidFill>
          <a:ln xmlns:a="http://schemas.openxmlformats.org/drawingml/2006/main" w="0">
            <a:solidFill>
              <a:srgbClr val="66AF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DA95E-5C38-4AF5-924B-8EA0C8F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5295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4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4D0D8"/>
                </a:solidFill>
                <a:latin typeface="Microsoft YaHei"/>
                <a:ea typeface="Microsoft YaHei"/>
                <a:cs typeface="Microsoft YaHei"/>
              </a:rPr>
              <a:t>汇报人：姓名  ·  单位或课题组</a:t>
            </a:r>
          </a:p>
          <a:p xmlns:a="http://schemas.openxmlformats.org/drawingml/2006/main">
            <a:pPr algn="l">
              <a:defRPr sz="1575" b="0">
                <a:solidFill>
                  <a:srgbClr val="C4D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4D0D8"/>
                </a:solidFill>
                <a:latin typeface="Microsoft YaHei"/>
                <a:ea typeface="Microsoft YaHei"/>
                <a:cs typeface="Microsoft YaHei"/>
              </a:rPr>
              <a:t>汇报日期：年 / 月 / 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AE244-F619-40B8-A435-8914A20E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MEDICAL EDITORIAL TEMPLATE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4D542-260B-4DA2-8C76-C33E09C2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EA4B5"/>
                </a:solidFill>
                <a:latin typeface="Microsoft YaHei"/>
                <a:ea typeface="Microsoft YaHei"/>
                <a:cs typeface="Microsoft YaHei"/>
              </a:rPr>
              <a:t>组会汇报 / 研究方案 / 学术交流</a:t>
            </a:r>
          </a:p>
        </p:txBody>
      </p:sp>
    </p:spTree>
    <p:extLst>
      <p:ext uri="{BB962C8B-B14F-4D97-AF65-F5344CB8AC3E}">
        <p14:creationId xmlns:p14="http://schemas.microsoft.com/office/powerpoint/2010/main" val="1499177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F13E29-F1D4-4F9C-82A7-7F3C1BF0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98429-BB09-4255-BD4D-285977BE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DD0AE-3132-42A8-BF1F-F704FFD6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BCC24-1F01-49B8-BD1E-2CE9EC92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8F6164A-82B3-48D2-9422-77A2CC93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填写研究背景与总体关系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C3553-E1B0-4598-8C3F-A834A36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752CF-994F-4791-A197-B24EF9AC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8426A-2DE8-4DCE-92F5-94877895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F7CE6-2861-48BD-90D6-B56A3BE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114550" cy="30289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2903F-3547-4DCD-A780-B2265F0B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B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CB6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A7206-47B4-48D5-9BE5-7AA33604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386A6-0F29-4051-878A-AC9683F3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3DE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3DEE5"/>
                </a:solidFill>
                <a:latin typeface="Microsoft YaHei"/>
                <a:ea typeface="Microsoft YaHei"/>
                <a:cs typeface="Microsoft YaHei"/>
              </a:rPr>
              <a:t>填写对象说明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E7FA3-68B4-4944-8430-43965075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85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587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48835-1FC1-4925-93D3-4461EFC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4343400" cy="2457450"/>
          </a:xfrm>
          <a:prstGeom xmlns:a="http://schemas.openxmlformats.org/drawingml/2006/main" prst="roundRect">
            <a:avLst>
              <a:gd name="adj" fmla="val 7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6795E-1395-42A3-84A0-B2C380B9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rPr>
              <a:t>关键过程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1CFDC-530E-4829-A60E-3ADFFE11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337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3"/>
          </a:solidFill>
          <a:ln xmlns:a="http://schemas.openxmlformats.org/drawingml/2006/main" w="0">
            <a:solidFill>
              <a:srgbClr val="2C7A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904A4-3674-4197-86A9-4EAEEAF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16CFC-AC50-4D35-90CF-DBD059A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99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A9B3E-BA5A-47D7-A01C-DED75A4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4B270-6EA4-4399-8899-59EC9564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D2183-CF21-4B94-B6E9-6B3520E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FF774-699B-407C-86D6-A31FE0F1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290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填写过程或关联说明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88D26-8F76-4F6B-A52A-575134F5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76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94E8E-D6A2-434B-8061-206E781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957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7F7DD-E7C7-4B80-8F54-F77441D8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2766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A1801-ED78-4154-90DC-C0F312F0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CC811F-077C-40EB-B892-20CE2F2D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240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方向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22EB59-028D-45AD-AD7F-850D7575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填写观察内容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00513-010E-488A-B483-6425E73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2766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97FC3-4D8E-4AF2-BC5F-DF0E7BF0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4BE49-230C-44EA-A920-3EBD0E2F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方向 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4C2DD8-2EA4-485A-906C-25FAFE6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填写观察内容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88358-CD8E-440D-AFB4-92E139C8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19700"/>
            <a:ext cx="7772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填写本页核心概括</a:t>
            </a:r>
          </a:p>
        </p:txBody>
      </p:sp>
    </p:spTree>
    <p:extLst>
      <p:ext uri="{BB962C8B-B14F-4D97-AF65-F5344CB8AC3E}">
        <p14:creationId xmlns:p14="http://schemas.microsoft.com/office/powerpoint/2010/main" val="1217822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47238-64BE-435C-9E21-C18420B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443B4-CC1E-4943-9A7D-DD7692EC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3834-C67B-463A-8CE4-7063076E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8A895-BFA4-4239-93EF-7677E209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0AA0733-917A-4DAF-B7D2-C63889E7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填写研究基础与进展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3DD43-FCB6-4FAA-83BE-65879AE0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819BD-96C9-4185-B86F-7993A01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47A83-307B-47F5-A8D2-867D04D3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8F41C-7ECD-42F9-8FAA-8894461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19050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  <a:p xmlns:a="http://schemas.openxmlformats.org/drawingml/2006/main">
            <a:pPr algn="ctr">
              <a:def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70724-51FB-4EE1-9F8C-797A4634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19050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D5F2F-4E59-47C2-AC64-8AF9171A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F0"/>
          </a:solidFill>
          <a:ln xmlns:a="http://schemas.openxmlformats.org/drawingml/2006/main" w="19050">
            <a:solidFill>
              <a:srgbClr val="2C7A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B7C46-67B6-4D46-80CB-E91AD557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75A8"/>
            </a:solidFill>
            <a:prstDash val="dash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cxnSp>
        <p:nvCxnSpPr>
          <p:cNvPr id="36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866900" y="3114675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495800" y="311467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7219950" y="311467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BA118-C720-44AE-9528-E335CA2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填写阶段内容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与主要依据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E387A-E7E4-42A3-AE90-2A365955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填写阶段内容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与主要依据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F74A4-58EA-4822-8955-FF109DB7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052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填写阶段内容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与主要依据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ABE32-C8DF-4B1C-BDF1-679CE755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填写阶段内容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与主要依据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C1D59-285F-4D9D-8F48-B6ACD3BB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9334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4BDF7-D97B-4B24-A8AB-A9DA8D6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81550"/>
            <a:ext cx="9334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2429C-9713-43DD-ADE9-5C200D79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1047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2C7A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E2076-389D-414B-8216-1A85EE34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81550"/>
            <a:ext cx="9334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9525">
            <a:solidFill>
              <a:srgbClr val="6875A8"/>
            </a:solidFill>
            <a:prstDash val="dash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</p:spTree>
    <p:extLst>
      <p:ext uri="{BB962C8B-B14F-4D97-AF65-F5344CB8AC3E}">
        <p14:creationId xmlns:p14="http://schemas.microsoft.com/office/powerpoint/2010/main" val="735470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F08AAD-C4A2-4301-9474-993BEF9D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71CF3-1E59-4585-964B-E35DD1BE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1C488-C3FC-4F5A-9976-70830C0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E795E-96D3-4FD3-B9D0-CE029628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B94C364-4285-4186-BB4E-F0A2322A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填写拟研究的关键问题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F4472-7349-4C71-875F-4969638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30715-C058-46B7-9A94-61475585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A1D75-AF74-4154-8B3C-D69050D3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DA141-4DB1-40EF-A8CC-287DE878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66850" cy="394335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CFE1-BD12-467C-A65D-F6476B60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DDF2A-D5D8-4321-95FF-244574E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CBD6"/>
                </a:solidFill>
                <a:latin typeface="Microsoft YaHei"/>
                <a:ea typeface="Microsoft YaHei"/>
                <a:cs typeface="Microsoft YaHei"/>
              </a:rPr>
              <a:t>核心主题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51A30-B586-4E68-AFE5-83F2819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52650"/>
            <a:ext cx="859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EC4B0-E507-4A6C-8BC4-C3D7D095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B15FE-6A21-4EFE-AAA3-A116A3C2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填写研究问题一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E464A-6EF0-4143-8C82-2659106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填写背景依据或知识缺口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0412E-4360-45E0-9034-A92CC50A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34916-EA23-4E49-B395-7C0B63DF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859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B0CC1-9E63-412E-AF62-11183689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289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360FD-EE28-4F16-827F-A5ECB980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填写研究问题二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1A9ED-6E51-45FD-9933-D163633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填写背景依据或知识缺口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82C7B-0892-4B12-BF71-9855CCE3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70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FC09B-E157-449E-85C9-47039D64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05350"/>
            <a:ext cx="859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F650F-E1D4-4DA0-BB97-AFB89D7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05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AA684-AE70-4ADA-A16F-FD56592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填写研究问题三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0B0C0-6146-4368-945D-AF97423C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填写背景依据或知识缺口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F18D3-4C36-4CF5-9D75-863D39C2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434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641EE0-480E-49A3-A238-3F3C0A82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721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填写各问题之间的关系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30184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F5B3C-7463-4CEF-8217-2A28509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5AB1E-A82B-41EF-8BD1-593BC831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58B62-1289-4458-B063-2D96628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汇报概览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B10BF-47D2-4AB1-BFB5-91902F33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EFA38A1-FA68-41BB-986E-F6F957F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填写本次汇报的主要内容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E8D0B-4FC0-44B6-B2D4-432A9DDC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92EA2-1808-49BF-B726-3D701DEA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65E7D-5B73-4F0D-918E-54B1006F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FD742-343E-4F93-BF3F-40DCA9F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847B1-D4CF-486E-9183-1B0E2F12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76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C8BDD-A292-42C7-9DD4-FF61FF6D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51D69-D093-44B9-9FCD-3C98376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cxnSp>
        <p:nvCxnSpPr>
          <p:cNvPr id="33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2076450" y="2638425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895850" y="2638425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7715250" y="2638425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BE351-F891-4B66-A97A-3E8EE0AC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填写背景要点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275AC-465D-4FCB-A78D-DEA3BC8A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填写核心问题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AC8A3-D8E4-4503-BF76-443DB5AC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填写研究方法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237C0-D4CE-4E21-B8DC-686F63C3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填写后续计划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53B37-F576-4EDF-9FF8-41D8C61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8763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28587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填写本次汇报需要讨论的事项</a:t>
            </a:r>
          </a:p>
        </p:txBody>
      </p:sp>
    </p:spTree>
    <p:extLst>
      <p:ext uri="{BB962C8B-B14F-4D97-AF65-F5344CB8AC3E}">
        <p14:creationId xmlns:p14="http://schemas.microsoft.com/office/powerpoint/2010/main" val="1114723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479F7-5151-4C2F-AC5D-9EFEA65C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2A3AA-C9F5-45CE-8A70-E2AD9DE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66161-1AAB-404B-B35A-65A1E71F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总体框架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E41E3-5F41-4DFF-9A63-02A83D08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8C157E4-7F85-44B9-A57D-05CF5ADD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填写研究总体框架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BE054-96EF-47F9-9843-96EF75A7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9E174-97EC-4BAB-BD06-C05D299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8CE16-D85E-4ECF-BCA9-CDB52F5B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861E2-6B69-4A8E-89BF-2A987F7F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333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19050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3DF89-11BB-4845-95F4-1464CA58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2000250" cy="14097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rPr>
              <a:t>核心环节</a:t>
            </a:r>
          </a:p>
          <a:p xmlns:a="http://schemas.openxmlformats.org/drawingml/2006/main">
            <a:pPr algn="ctr">
              <a:defRPr sz="16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40865-8870-4B23-BF6E-55F826D3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21526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1905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  <a:p xmlns:a="http://schemas.openxmlformats.org/drawingml/2006/main">
            <a:pPr algn="ctr">
              <a:def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3EEA-E215-4DC0-B7C4-F1B74633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21526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19050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  <a:p xmlns:a="http://schemas.openxmlformats.org/drawingml/2006/main">
            <a:pPr algn="ctr">
              <a:defRPr sz="157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50587-07A5-49BC-AD6B-625449C3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86150"/>
            <a:ext cx="20764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模块三：填写内容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019300" y="30289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587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029200" y="2114550"/>
            <a:ext cx="152400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A95A5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29200" y="3028950"/>
            <a:ext cx="1524000" cy="828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87A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05850" y="3857625"/>
            <a:ext cx="762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875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C2F5D-0993-49C1-8395-2DB29AD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1428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9525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填写模块说明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68FA2-D8A4-4CF0-8AE5-A793B0F2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67250"/>
            <a:ext cx="1428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填写模块说明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3509B-559C-45E3-AACE-DCD10139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57700"/>
            <a:ext cx="1428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9525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填写模块说明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8FBAF-F7AD-4326-8FF1-3FC74C7E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91150"/>
            <a:ext cx="750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填写模块之间的联系</a:t>
            </a:r>
          </a:p>
        </p:txBody>
      </p:sp>
    </p:spTree>
    <p:extLst>
      <p:ext uri="{BB962C8B-B14F-4D97-AF65-F5344CB8AC3E}">
        <p14:creationId xmlns:p14="http://schemas.microsoft.com/office/powerpoint/2010/main" val="1446278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6EB01-EB5A-4C44-B3FD-3E91825F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6305A-2C14-405C-A6F9-D2BC8715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E21BB-8128-4978-A5FB-C0D8D72B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BA734-A741-4213-87C1-68A64835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1BD9758-0D23-4BAC-BD3B-51BCDC2C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填写研究目标与内容安排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4C085-2D4D-4680-9327-8942003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EA496-D48F-4503-B38D-49C72B9D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95D85-2E5B-4689-A1FB-23DEAFF6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51CA9-BBE0-41CC-9E7A-947FFC94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220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1905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研究内容一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77004-D087-4B43-BEC4-4CC03BD1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3357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DCA75-E3C4-41E0-9F39-302259EC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00200"/>
            <a:ext cx="727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填写本部分的研究目标、主要内容与预期输出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16E5F-8E4B-484D-A9BF-20B2AAA4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20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19050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研究内容二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485E8-3F05-4B6E-8ECF-2DD8EF5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5752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4D162-32F5-4650-9456-92F1158F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24150"/>
            <a:ext cx="727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填写本部分的研究目标、主要内容与预期输出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AF482-C94F-44CE-ADAE-B63C2FA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20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研究内容三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75821-E775-47A8-9651-DA4BC26C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8147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39D9B-6798-429A-95E7-558E4AA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48100"/>
            <a:ext cx="727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填写本部分的研究目标、主要内容与预期输出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30B41-9B15-4FC6-9172-56AB01E2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610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28587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研究条件：填写可用的样本、数据、设备或技术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EEDA9-E7E2-4E3F-8060-9A24C688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86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填写研究范围与补充说明</a:t>
            </a:r>
          </a:p>
        </p:txBody>
      </p:sp>
    </p:spTree>
    <p:extLst>
      <p:ext uri="{BB962C8B-B14F-4D97-AF65-F5344CB8AC3E}">
        <p14:creationId xmlns:p14="http://schemas.microsoft.com/office/powerpoint/2010/main" val="1700319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54740-A14D-45C7-BB9F-CEF9E9C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33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3939D-5963-46DC-BDA8-D272DD9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D9AA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D9AA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A2094-C428-4E4F-9D30-CF5E9DD3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D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0D7D5"/>
                </a:solidFill>
                <a:latin typeface="Microsoft YaHei"/>
                <a:ea typeface="Microsoft YaHei"/>
                <a:cs typeface="Microsoft YaHei"/>
              </a:rPr>
              <a:t>章节一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AE40A-E1B7-4BB5-B1FD-7563F403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6098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填写章节标题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与研究主题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9A33D-446D-4E35-9FA8-67CB1831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F84F9-F483-4ED6-BC56-CBC26F81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E2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4E2E0"/>
                </a:solidFill>
                <a:latin typeface="Microsoft YaHei"/>
                <a:ea typeface="Microsoft YaHei"/>
                <a:cs typeface="Microsoft YaHei"/>
              </a:rPr>
              <a:t>填写章节摘要</a:t>
            </a:r>
          </a:p>
          <a:p xmlns:a="http://schemas.openxmlformats.org/drawingml/2006/main">
            <a:pPr algn="l">
              <a:defRPr sz="1575" b="0">
                <a:solidFill>
                  <a:srgbClr val="F4E2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4E2E0"/>
                </a:solidFill>
                <a:latin typeface="Microsoft YaHei"/>
                <a:ea typeface="Microsoft YaHei"/>
                <a:cs typeface="Microsoft YaHei"/>
              </a:rPr>
              <a:t>或背景说明</a:t>
            </a:r>
          </a:p>
        </p:txBody>
      </p:sp>
      <p:sp>
        <p:nvSpPr>
          <p:cNvPr id="26" name="图片占位区"/>
          <p:cNvSpPr txBox="1"/>
          <p:nvPr/>
        </p:nvSpPr>
        <p:spPr>
          <a:xfrm xmlns:a="http://schemas.openxmlformats.org/drawingml/2006/main">
            <a:off x="8401050" y="1790700"/>
            <a:ext cx="2171700" cy="2914650"/>
          </a:xfrm>
          <ns1:prstGeom xmlns:ns1="http://schemas.openxmlformats.org/drawingml/2006/main" prst="rect">
            <ns1:avLst/>
          </ns1:prstGeom>
          <ns2:noFill xmlns:ns2="http://schemas.openxmlformats.org/drawingml/2006/main"/>
          <ns3:ln xmlns:ns3="http://schemas.openxmlformats.org/drawingml/2006/main" w="12700">
            <ns3:solidFill>
              <ns3:srgbClr val="AE615C"/>
            </ns3:solidFill>
            <ns3:prstDash val="dash"/>
          </ns3:ln>
        </p:spPr>
        <p:txBody>
          <ns4:bodyPr xmlns:ns4="http://schemas.openxmlformats.org/drawingml/2006/main" wrap="square" anchor="ctr" lIns="91440" rIns="91440" tIns="45720" bIns="45720">
            <ns4:noAutofit/>
          </ns4:bodyPr>
          <ns5:lstStyle xmlns:ns5="http://schemas.openxmlformats.org/drawingml/2006/main"/>
          <ns6:p xmlns:ns6="http://schemas.openxmlformats.org/drawingml/2006/main">
            <ns6:pPr algn="ctr"/>
            <ns6:r>
              <ns6:rPr lang="zh-CN" sz="1400">
                <ns6:solidFill>
                  <ns6:srgbClr val="AE615C"/>
                </ns6:solidFill>
                <ns6:latin typeface="Arial"/>
                <ns6:ea typeface="Microsoft YaHei"/>
              </ns6:rPr>
              <ns6:t>插入图片</ns6:t>
            </ns6:r>
          </ns6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2F3C7-5998-4841-ABE3-F875C420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876300"/>
            <a:ext cx="701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填写本章节的核心问题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24A57-314C-4CAD-958E-B62C5B88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622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关键词一  ·  关键词二  ·  关键词三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D32B4-51E1-46C6-8E73-C1987EB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B44A3-DA52-4D93-870E-AAB223BB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95900"/>
            <a:ext cx="6400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4"/>
          </a:solidFill>
          <a:ln xmlns:a="http://schemas.openxmlformats.org/drawingml/2006/main" w="0">
            <a:solidFill>
              <a:srgbClr val="AEBB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F85DD-95C0-4661-8DAA-54D95B92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76D2C-D0A6-4338-B867-EF7D120A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673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填写阶段一内容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53E2D-17B9-4F39-B4B4-DC9C17CF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0"/>
            <a:ext cx="8572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07FC7-51AE-4A7E-B852-C50CF4BA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3"/>
          </a:solidFill>
          <a:ln xmlns:a="http://schemas.openxmlformats.org/drawingml/2006/main" w="0">
            <a:solidFill>
              <a:srgbClr val="2C7A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9172D-6BCF-4292-A39C-C1A2CA70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rPr>
              <a:t>填写阶段二内容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C1FCE-4E36-4ABA-B4DF-2377E0C7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24500"/>
            <a:ext cx="10096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2C7A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7A73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20991-53F2-416E-B186-BD20E235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1150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填写本章节的补充说明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DE5BE-4CD3-4218-B0F9-EA76A1F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117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EED66F-2CF3-48C1-B566-69C15332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23AAF-7CA2-4C2A-9C4B-5353D251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A6A50-BFEB-4E51-8D8E-3F1DCACE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章节一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FC23A-DCF8-4242-BF7F-4F1DDC38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6986538-74F4-422F-9FC1-2550212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填写研究方向与内容概览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AC37E-6A7D-4FC4-8FAF-36B5E8AB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6686C-9943-4CB2-BFAE-70A77AD0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28426-697A-4B30-86EC-812B8F8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0C4A0-58B0-45F7-8BAE-682D8916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93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主要研究内容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2F6AA-569B-4C8E-9A1A-23A1E927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B3063-6412-4544-8C06-CF92199C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934200" cy="13525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4F865-C59A-44BE-934D-94706DD4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DDD13-C039-400C-BA31-BF65CC3C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5AADE-1DE2-43CF-A661-EA930721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43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填写研究内容一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0AACD-E425-4803-96F8-3F458EA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填写内容说明或关键词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55344-5F95-44C0-935A-640839FC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934200" cy="135255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B11A7-FF29-4E9B-B375-1A20E50C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6EB41-55E7-48CA-B67C-9EB09E70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5F2EB-2FDB-45B6-847A-14EB334D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05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填写研究内容二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ED391-8BB8-4023-8142-C9D21274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19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填写内容说明或关键词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F1139-6C61-4875-9B08-28A02790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859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补充研究内容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E82D6-2528-45B2-9195-C6D74D0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371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3C3C1-AFCF-4168-8720-4F64E405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填写研究内容三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4F636-2077-440E-8B7D-04F73267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填写内容说明或关键词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98D0ED-37D1-4063-9A0C-345E53F7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10668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9525">
            <a:solidFill>
              <a:srgbClr val="A95A56"/>
            </a:solidFill>
            <a:prstDash val="dash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A992E-35B2-445A-84FF-36A16609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338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A78C3-F410-4A7B-B06C-E854D828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填写研究内容四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5B482-ED60-4ADF-AE16-AFAF174B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101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rPr>
              <a:t>填写内容说明或关键词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998C6E-E7DD-40EB-8567-CCC531F4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48250"/>
            <a:ext cx="10668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EFE4"/>
          </a:solidFill>
          <a:ln xmlns:a="http://schemas.openxmlformats.org/drawingml/2006/main" w="9525">
            <a:solidFill>
              <a:srgbClr val="B3823C"/>
            </a:solidFill>
            <a:prstDash val="dash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rPr>
              <a:t>填写状态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D2EEB-BB7A-46D3-A04D-B7752064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72150"/>
            <a:ext cx="640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填写本页小结或待讨论事项</a:t>
            </a:r>
          </a:p>
        </p:txBody>
      </p:sp>
    </p:spTree>
    <p:extLst>
      <p:ext uri="{BB962C8B-B14F-4D97-AF65-F5344CB8AC3E}">
        <p14:creationId xmlns:p14="http://schemas.microsoft.com/office/powerpoint/2010/main" val="1558037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880E2-9ECD-42F0-9B49-98B0D63B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A2176-92B0-4143-84E8-8CA46A1F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37FA9-03F3-4021-B5D6-73E9ED01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章节一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6015E-8B70-4DC4-861E-BEC4DFC7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DFEB213-626C-474B-A985-A95941FF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填写研究对象与观察维度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691D2-93DB-44FB-822B-40C60A23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0164E-9A62-4068-B826-10256B7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61F13-72FC-44EE-8526-1F6E933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82B1D-3CF6-49A0-96BF-420DD286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276600" cy="3390900"/>
          </a:xfrm>
          <a:prstGeom xmlns:a="http://schemas.openxmlformats.org/drawingml/2006/main" prst="roundRect">
            <a:avLst>
              <a:gd name="adj" fmla="val 581"/>
            </a:avLst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816F3-4359-4F6A-9014-02D7749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628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40EE6-5BDD-4D31-8A1A-0218DB2F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DE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3DEDC"/>
                </a:solidFill>
                <a:latin typeface="Microsoft YaHei"/>
                <a:ea typeface="Microsoft YaHei"/>
                <a:cs typeface="Microsoft YaHei"/>
              </a:rPr>
              <a:t>填写对象的主要特征</a:t>
            </a:r>
          </a:p>
          <a:p xmlns:a="http://schemas.openxmlformats.org/drawingml/2006/main">
            <a:pPr algn="l">
              <a:defRPr sz="1575" b="0">
                <a:solidFill>
                  <a:srgbClr val="F3DE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3DEDC"/>
                </a:solidFill>
                <a:latin typeface="Microsoft YaHei"/>
                <a:ea typeface="Microsoft YaHei"/>
                <a:cs typeface="Microsoft YaHei"/>
              </a:rPr>
              <a:t>与研究范围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01EAD-FBE1-439A-817B-80CD8536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E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E9E8"/>
                </a:solidFill>
                <a:latin typeface="Microsoft YaHei"/>
                <a:ea typeface="Microsoft YaHei"/>
                <a:cs typeface="Microsoft YaHei"/>
              </a:rPr>
              <a:t>填写关键词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2BD9E-D50D-4AA9-BD06-EE516B4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0A15C-3622-4789-A76E-B862801F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383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观察维度一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C34C0-A1BD-40E8-8ED9-5646C127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984A5-0345-44DA-AFB4-4AFD0FD8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填写具体观察问题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E0E93-CFDF-46ED-9C23-ACDFB066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1925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D09AE-ADD8-4885-B908-7BC40AD8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观察维度二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720D4-98F3-4567-B08A-831E9E8A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717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00EF6-3CAE-4164-897E-8B8BF780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填写具体观察问题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26E92-3402-41FC-BDA4-5C277ECE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F0DE0-A6B0-4E79-B7D9-BF155A57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575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观察维度三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9C4D6-A87D-45D6-9C43-454FB05A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79C39-1C9F-4402-BBA7-0DC4603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填写具体观察问题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39AC2-9ACA-4D15-A735-9B4F839D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08968-8D2F-4EFD-9C70-825980D4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观察维度四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90451-EBBC-4426-88F8-80ED1E1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909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23C"/>
          </a:solidFill>
          <a:ln xmlns:a="http://schemas.openxmlformats.org/drawingml/2006/main" w="0">
            <a:solidFill>
              <a:srgbClr val="B382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AA60A-6B4F-4C8C-A5C0-EB99DA98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填写具体观察问题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91ABF-D102-47F5-80B1-5F31B93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91150"/>
            <a:ext cx="8572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共同方法：填写适用的测量或分析方法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D0D37-26A7-4A8B-85BE-45EBCA88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62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填写方法范围或补充说明</a:t>
            </a:r>
          </a:p>
        </p:txBody>
      </p:sp>
    </p:spTree>
    <p:extLst>
      <p:ext uri="{BB962C8B-B14F-4D97-AF65-F5344CB8AC3E}">
        <p14:creationId xmlns:p14="http://schemas.microsoft.com/office/powerpoint/2010/main" val="3230798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EA3F63-8EAB-4211-9F99-15498773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AC810-14F8-4EE1-9CE2-9A8DCC06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CBE1F-03BE-4BB4-8D06-E7135D04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章节一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3D621-5C71-4B92-B8DF-BA5EB0F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8F2D6C-73AE-4BC1-99CA-0693517C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填写方案比较与选择依据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56919-FD99-4ACE-B493-7636CAA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16F17-243E-467B-B378-60B858B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C52E5-0690-4CB0-900D-D863D39A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13EE9-324B-4BC6-94B4-86264CE6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2AC15-1359-4565-8A57-76EA9747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466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8EE78-CA7D-4D37-AA95-7689495A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6685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F8F4E-B7CD-4D69-B4DF-DDA8536C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CD43E-0AAC-495C-84A7-17967AC7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6685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98CE3-FFC6-4757-BCE3-AF04DB74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8491F-3C79-4F3C-A3E0-08E71BC3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240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填写核心问题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ADB9F-8363-44E6-A6B2-8FB292C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1924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填写可用条件</a:t>
            </a:r>
          </a:p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3DB40-14B3-451C-B452-87A325B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填写评价指标</a:t>
            </a:r>
          </a:p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与判定标准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51970-6DF0-45C1-A2BC-68FA227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240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填写限制与待解决问题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0C07C-B93E-4D7F-ADE9-2830733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28526-5962-4AD1-8E39-DB3B1113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5F27A-CD5C-40BD-8A27-0217BFF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003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填写核心问题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0D103-A546-4777-A7EE-BF9CF048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1924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填写可用条件</a:t>
            </a:r>
          </a:p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DB751-C32A-453E-A52D-D4765BD5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填写评价指标与判定标准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58D10-C1DB-4A76-9B67-1BC14C9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填写限制与待解决问题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92BD4-7F79-449F-A90A-A4A4762C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DA380-7B0A-49C3-A8DC-840C2680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方案三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B26AA-597A-4046-BB3D-AC8D5210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766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填写核心问题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0B22FC-F66F-41E8-BAE2-50C8AC21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1924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填写可用条件与资源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8FD32-DF91-4572-9640-FA7C0974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填写评价指标与判定标准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6B28F-AE3C-4178-958D-F08DBC7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填写限制与待解决问题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66EB2E-56F9-47EB-BE2A-0BE8B3F4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24785-FBDA-4927-9571-15D12DCD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方案四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EF823E-DEB1-479B-9620-51CAB71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529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填写核心问题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C4AAF3-DDC4-4768-9E47-95E0E74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1924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填写可用条件</a:t>
            </a:r>
          </a:p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与资源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6CF377-ACC1-412B-B150-5166B299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填写评价指标与判定标准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A5F19-4DF8-4405-8C26-6E40591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填写限制与待解决问题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44BFBC-5F8C-430B-9B04-A516DBD7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9E6C5D-3576-4656-BFFD-FD616803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填写方案选择依据或比较小结</a:t>
            </a:r>
          </a:p>
        </p:txBody>
      </p:sp>
    </p:spTree>
    <p:extLst>
      <p:ext uri="{BB962C8B-B14F-4D97-AF65-F5344CB8AC3E}">
        <p14:creationId xmlns:p14="http://schemas.microsoft.com/office/powerpoint/2010/main" val="988683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8BB42-59FB-49C1-84BC-19AE1C5F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E5440-78EE-4985-A318-D07DFA1F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D2B78-23EF-4229-9D92-CEDAB55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章节一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8E58A-4BF6-4C63-9839-8244B7C1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8AEEAB51-F00E-4ADF-B678-918E4BFA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填写本页标题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422BC-FDF3-4B03-8E90-B79604AB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92114-7A98-4D41-B66E-DCD1668E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B7203-5BDF-43B9-8202-1712C1D5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A3DE0-04D9-49CF-920E-5886F08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85900"/>
            <a:ext cx="902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在此填写需要比较或讨论的核心问题。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5707E-EE14-4D7A-BFE2-F629435E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1D890-328C-4A4F-B835-0D1DE66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5DE48-296F-4FFC-ADF3-66B51068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78382-A7AE-4E1B-9EA7-878CF070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6DF4E-F5C3-489F-9C50-0C97E145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0005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9525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填写要点一</a:t>
            </a:r>
          </a:p>
          <a:p xmlns:a="http://schemas.openxmlformats.org/drawingml/2006/main">
            <a:pPr algn="ctr">
              <a:def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填写要点二</a:t>
            </a:r>
          </a:p>
          <a:p xmlns:a="http://schemas.openxmlformats.org/drawingml/2006/main">
            <a:pPr algn="ctr">
              <a:def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填写要点三</a:t>
            </a:r>
          </a:p>
          <a:p xmlns:a="http://schemas.openxmlformats.org/drawingml/2006/main">
            <a:pPr algn="ctr">
              <a:def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填写要点四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7273B-C28D-4809-8E2D-DBA8D719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40005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9525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填写要点一</a:t>
            </a:r>
          </a:p>
          <a:p xmlns:a="http://schemas.openxmlformats.org/drawingml/2006/main">
            <a:pPr algn="ctr">
              <a:def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填写要点二</a:t>
            </a:r>
          </a:p>
          <a:p xmlns:a="http://schemas.openxmlformats.org/drawingml/2006/main">
            <a:pPr algn="ctr">
              <a:def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填写要点三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00E00-963A-4D82-AAFB-36EB1CBE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76850"/>
            <a:ext cx="7353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19050">
            <a:solidFill>
              <a:srgbClr val="6875A8"/>
            </a:solidFill>
            <a:prstDash val="dash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在此填写两种方案的比较结论。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F8E04-000C-4F2F-B433-89586A5D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90550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补充说明或适用条件。</a:t>
            </a:r>
          </a:p>
        </p:txBody>
      </p:sp>
    </p:spTree>
    <p:extLst>
      <p:ext uri="{BB962C8B-B14F-4D97-AF65-F5344CB8AC3E}">
        <p14:creationId xmlns:p14="http://schemas.microsoft.com/office/powerpoint/2010/main" val="13118210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8905F8-4BF6-43E1-A682-793A21A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2D527-7BEB-4EA2-8A11-007259A9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4261F-2B21-4B3F-8E21-83352EEA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章节一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E2A77-FA3B-4005-AB20-674B5CB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48B4475B-D725-40AB-9E6C-00E4BCD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填写比较汇总标题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785C1-1C32-4230-A859-34A6D475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0300A-3505-4A96-B8D5-0240775D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95748-AA8A-439B-A099-3D8CCEE9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47BF7-0A0D-4871-8C8B-2A017C91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61247-0943-48BC-A68C-33EBA07E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04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9EC76-1B73-40F0-9451-54A25055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04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研究空白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BF9CE-FA02-473F-9753-8AC9890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04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F9D71-E32C-4D25-927B-908BA21C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04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23575-C9FF-48E4-8144-ECE347F9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04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初步计划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A2A4B-396A-49FA-9E53-10147810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06489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1B491-7D1C-4E26-9B36-F2A559E9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D2D58-BFA8-459D-B6DB-ACBA11EA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方向一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9849B-4F0D-4CBD-9210-AB98C5B4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填写证据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补充来源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A2A1D-C83F-4139-AB38-FBE31E86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填写空白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51774-F602-446C-94EB-49371F24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20903-74DC-4E9A-8952-BEFE7D3E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填写技术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E2939-1643-4A74-A36B-CC045FEF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1C853-B965-4C15-BF02-A198B36B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6489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77100-96BB-48F5-94BE-0C887769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14B79-C93E-461A-B727-82B4B84F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方向二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122D4-776D-4682-81FD-4177D09F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384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填写证据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补充来源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6BCB38-DB96-48C2-8C8B-DF4EE18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填写空白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6F8474-5CB9-4487-80DA-1D792EAC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填写指标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1A813A-E5DC-4306-A761-E6FF8664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384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填写技术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8528EF-D4BA-4A7C-B0C3-7745C11C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填写计划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D36E3-71E3-453A-96EF-A10AF65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06489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E5CB35-0E94-4C6B-AE30-BEF2CC6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91DEA-DB24-41D3-ADED-6EE7B3EC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方向三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3B34B-F8EE-49AD-B19B-C0B0D763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C3A16B-A932-427B-9FB1-D1274746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861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填写空白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22D807-912F-40D0-8482-12AEE60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填写指标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2113F5-811B-46D2-857A-C01E6F2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填写技术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86CBE9-4B31-4B95-93F5-88AA4ACE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填写计划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87CFD7-FB35-433F-8D5D-8FC7D88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06489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53F7D7-E8A9-4AC8-8751-26707E90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23C"/>
          </a:solidFill>
          <a:ln xmlns:a="http://schemas.openxmlformats.org/drawingml/2006/main" w="0">
            <a:solidFill>
              <a:srgbClr val="B382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3C4276-59BE-4489-B9FC-A8ADC635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rPr>
              <a:t>方向四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AA0BD5-144D-42A6-A1C4-D0B64C2F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338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CD21DB-463B-4448-A6FC-736F25B9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338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填写空白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58D6E9-65EC-4876-84D8-2919C42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填写指标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A119F7-382D-482C-939D-E1DD5DE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338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填写技术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补充说明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A55535-8851-4C54-86F3-6267DE3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338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3823C"/>
                </a:solidFill>
                <a:latin typeface="Microsoft YaHei"/>
                <a:ea typeface="Microsoft YaHei"/>
                <a:cs typeface="Microsoft YaHei"/>
              </a:rPr>
              <a:t>填写计划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E4ACB3-0B7C-4752-87C5-9FE1DAB6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6489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9525">
            <a:solidFill>
              <a:srgbClr val="6875A8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10CADB-C7E9-4539-B33D-664983C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177942-3D56-469A-AE5A-8039E36C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方向五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A2A81F-E946-42AF-AB92-55EA78DF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81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填写证据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CB7BED-DD01-43F5-BD7B-929A71E2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81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填写空白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DEBBAA-1483-494C-A4B8-7331DD73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填写指标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5E3D10-3A2D-4077-9D4C-69B0E58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81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填写技术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938930-CA6C-4B90-A523-3DB43CD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8155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填写计划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6A0D3C-8997-44AB-AB58-02A5695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在此填写比较后的主要判断。</a:t>
            </a:r>
          </a:p>
        </p:txBody>
      </p:sp>
    </p:spTree>
    <p:extLst>
      <p:ext uri="{BB962C8B-B14F-4D97-AF65-F5344CB8AC3E}">
        <p14:creationId xmlns:p14="http://schemas.microsoft.com/office/powerpoint/2010/main" val="1647025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5191A-0F26-4E3B-B454-4320F589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14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993C4-FC95-4F9B-92E2-94C9DBB6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8EC2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8EC2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65770-1FB1-4E4D-AED3-B2AFFBEC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C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ECE9"/>
                </a:solidFill>
                <a:latin typeface="Microsoft YaHei"/>
                <a:ea typeface="Microsoft YaHei"/>
                <a:cs typeface="Microsoft YaHei"/>
              </a:rPr>
              <a:t>章节二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D285B-D335-430D-9607-A6939F4E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2362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填写章节标题</a:t>
            </a:r>
          </a:p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填写副标题</a:t>
            </a:r>
          </a:p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或关键短语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9F7BF-4752-4FC7-88BE-D0F722BF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E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EEB"/>
                </a:solidFill>
                <a:latin typeface="Microsoft YaHei"/>
                <a:ea typeface="Microsoft YaHei"/>
                <a:cs typeface="Microsoft YaHei"/>
              </a:rPr>
              <a:t>填写要点一</a:t>
            </a:r>
          </a:p>
          <a:p xmlns:a="http://schemas.openxmlformats.org/drawingml/2006/main">
            <a:pPr algn="l">
              <a:defRPr sz="1500" b="0">
                <a:solidFill>
                  <a:srgbClr val="DDEE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EEB"/>
                </a:solidFill>
                <a:latin typeface="Microsoft YaHei"/>
                <a:ea typeface="Microsoft YaHei"/>
                <a:cs typeface="Microsoft YaHei"/>
              </a:rPr>
              <a:t>填写要点二</a:t>
            </a:r>
          </a:p>
          <a:p xmlns:a="http://schemas.openxmlformats.org/drawingml/2006/main">
            <a:pPr algn="l">
              <a:defRPr sz="1500" b="0">
                <a:solidFill>
                  <a:srgbClr val="DDEE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EEB"/>
                </a:solidFill>
                <a:latin typeface="Microsoft YaHei"/>
                <a:ea typeface="Microsoft YaHei"/>
                <a:cs typeface="Microsoft YaHei"/>
              </a:rPr>
              <a:t>填写要点三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E2D02-DF39-43B1-900C-31C38D9B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8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起始环节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FE6C-D3A8-45F1-A17C-4F4C0D22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核心环节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23B41-4504-4077-8C57-F5715CC6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81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结果环节</a:t>
            </a:r>
          </a:p>
        </p:txBody>
      </p:sp>
      <p:sp>
        <p:nvSpPr>
          <p:cNvPr id="34" name="图片占位区"/>
          <p:cNvSpPr txBox="1"/>
          <p:nvPr/>
        </p:nvSpPr>
        <p:spPr>
          <a:xfrm xmlns:a="http://schemas.openxmlformats.org/drawingml/2006/main">
            <a:off x="4665641" y="1104900"/>
            <a:ext cx="5889669" cy="2819400"/>
          </a:xfrm>
          <ns1:prstGeom xmlns:ns1="http://schemas.openxmlformats.org/drawingml/2006/main" prst="rect">
            <ns1:avLst/>
          </ns1:prstGeom>
          <ns2:noFill xmlns:ns2="http://schemas.openxmlformats.org/drawingml/2006/main"/>
          <ns3:ln xmlns:ns3="http://schemas.openxmlformats.org/drawingml/2006/main" w="12700">
            <ns3:solidFill>
              <ns3:srgbClr val="31847F"/>
            </ns3:solidFill>
            <ns3:prstDash val="dash"/>
          </ns3:ln>
        </p:spPr>
        <p:txBody>
          <ns4:bodyPr xmlns:ns4="http://schemas.openxmlformats.org/drawingml/2006/main" wrap="square" anchor="ctr" lIns="91440" rIns="91440" tIns="45720" bIns="45720">
            <ns4:noAutofit/>
          </ns4:bodyPr>
          <ns5:lstStyle xmlns:ns5="http://schemas.openxmlformats.org/drawingml/2006/main"/>
          <ns6:p xmlns:ns6="http://schemas.openxmlformats.org/drawingml/2006/main">
            <ns6:pPr algn="ctr"/>
            <ns6:r>
              <ns6:rPr lang="zh-CN" sz="1400">
                <ns6:solidFill>
                  <ns6:srgbClr val="31847F"/>
                </ns6:solidFill>
                <ns6:latin typeface="Arial"/>
                <ns6:ea typeface="Microsoft YaHei"/>
              </ns6:rPr>
              <ns6:t>插入图片</ns6:t>
            </ns6:r>
          </ns6:p>
          <ns7:p xmlns:ns7="http://schemas.openxmlformats.org/drawingml/2006/main">
            <ns7:pPr algn="ctr"/>
            <ns7:r>
              <ns7:rPr lang="zh-CN" sz="1100">
                <ns7:solidFill>
                  <ns7:srgbClr val="31847F"/>
                </ns7:solidFill>
                <ns7:latin typeface="Arial"/>
                <ns7:ea typeface="Microsoft YaHei"/>
              </ns7:rPr>
              <ns7:t>替换为主题图片或示意图</ns7:t>
            </ns7:r>
          </ns7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DBB85-D2E6-4AE1-A48C-037B339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填写起点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E36AE-6875-4CE5-932E-3B50810D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填写结果或输出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EC7E3-C70A-4375-8FED-1FD49156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17B75-766A-411A-82FF-100D81D1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6073F-57EB-4AAB-BFEE-09F0067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FCEB8-8340-44F4-ABCC-EF2312D7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FCD15-EA6B-4A72-926C-20CFFAC1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1FE53-6E36-422B-926A-B2F9037A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22DB4-60BD-45A9-9E4A-F2E04927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2CDFA-DE80-46F4-8CED-31F5853F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10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28FEB-319A-4E7E-BFF3-DFFC2B9A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56BA8-48B9-48B7-B16B-DFEB1257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5B56A-C303-44F5-85DD-B6F7286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149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07078-E506-4FA5-A7C2-4873EC4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要素六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9488C-81A3-43EB-996C-9E2C95A7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19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在此填写本章节的核心问题或内容概述。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8B0F0-D5AB-44A6-A0D6-8E281698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135759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142E9-C09B-4E2A-A6F0-D2799416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76C56-4FCD-4749-8167-9FD1AC1A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A3A99-DC5C-4FEF-905F-60552506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章节二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21EF2-129B-436C-A382-44E6B515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3E6835A1-386E-4D92-BDCF-D5947D6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填写关键问题标题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9C964-5804-41F8-9D4C-79729CBA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83975-7E44-423D-BF0C-E23942B2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DD825-2367-4596-96D6-EDF96CFF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1B26E-63AF-430D-AB7C-F29F57F2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98934-828B-4D96-ADCD-113364F4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68580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5F0DD-2689-4EFD-839E-5BC6CFF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00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问题一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C3E99-E835-4E6C-AF7B-6365836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811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在此填写需要回答的第一个问题。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3FE86-AD24-4E56-BF6E-106AA681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92CAC-E6FD-4BC0-8455-28980D2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7429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16831-7BBE-49DF-B528-68AF971C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717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问题二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2696F-F68B-4256-AAB8-ECFBD0F3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481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在此填写需要回答的第二个问题。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ABEA9-FF56-4227-AB82-1F451727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76ABA-BB78-4CB7-95DE-95BFA2A2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80010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CCD31-B195-4926-B980-FF05B60E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433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问题三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A9D72-659D-46FB-92E7-0EAAE65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在此填写需要回答的第三个问题。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2FA1F-1BE0-43C4-9E89-3ACD9C76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66586-C821-4766-97EC-A8A8B5BA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8572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9525">
            <a:solidFill>
              <a:srgbClr val="6875A8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5C286-9956-418D-94A2-CC9939AE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148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问题四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27052-1650-425E-83FB-BEBF852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在此填写需要回答的第四个问题。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5224B-590A-499F-9F06-330029E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在此填写问题之间的联系或讨论重点。</a:t>
            </a:r>
          </a:p>
        </p:txBody>
      </p:sp>
    </p:spTree>
    <p:extLst>
      <p:ext uri="{BB962C8B-B14F-4D97-AF65-F5344CB8AC3E}">
        <p14:creationId xmlns:p14="http://schemas.microsoft.com/office/powerpoint/2010/main" val="4183168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C19A5-6998-411E-8FDD-790DCCEC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77A8B-1306-4F1C-84B8-DD64AFB3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D3389-A775-4DA9-B7BA-6870E41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章节二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8D00C-A48C-42F0-B3A1-1417B716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4C382612-0580-4B31-A7F7-85635E6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填写实施流程标题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C95C6-1C6C-4C27-A061-A6A8EF8D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FDF53-AE68-4F29-90E8-02A50F95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903E5-2F4F-4493-B581-48829F54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3536E-86DE-4824-91F6-221F3C7E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215265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19050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Phase 1</a:t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阶段一目标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填写任务</a:t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填写产出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044C7-CE01-49C5-B60F-22E71139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2857500" cy="215265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Phase 2</a:t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阶段二目标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填写任务</a:t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填写产出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9F752-94ED-4532-90DF-50343D58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857500" cy="215265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19050">
            <a:solidFill>
              <a:srgbClr val="6875A8"/>
            </a:solidFill>
            <a:prstDash val="dash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Phase 3</a:t>
            </a:r>
          </a:p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阶段三目标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填写任务</a:t>
            </a:r>
          </a:p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填写产出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2771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A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24750" y="2771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A7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D6E66-0952-4D27-8F16-D367DD0E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12954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EE624-788B-4A68-B2AB-F18D2823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12573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54E13-FBB6-409A-8E9A-5E0113D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00500"/>
            <a:ext cx="11620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9525">
            <a:solidFill>
              <a:srgbClr val="6875A8"/>
            </a:solidFill>
            <a:prstDash val="dash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5123C-01D9-4053-9754-00752F36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24400"/>
            <a:ext cx="1428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后续安排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812FD-5C12-4DCC-8490-AD33C30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232410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7A73"/>
            </a:solidFill>
            <a:prstDash val="dash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拓展任务一</a:t>
            </a:r>
          </a:p>
          <a:p xmlns:a="http://schemas.openxmlformats.org/drawingml/2006/main">
            <a:pPr algn="ctr">
              <a:defRPr sz="13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填写具体内容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E8B75-8482-4ADA-94E8-FACE5611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281940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75A8"/>
            </a:solidFill>
            <a:prstDash val="dash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拓展任务二</a:t>
            </a:r>
          </a:p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填写具体内容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72100" y="4933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39100" y="4933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BC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6227E-93C7-48D0-BA87-362261C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81650"/>
            <a:ext cx="86106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28587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在此填写实施顺序与阶段之间的衔接条件。</a:t>
            </a:r>
          </a:p>
        </p:txBody>
      </p:sp>
    </p:spTree>
    <p:extLst>
      <p:ext uri="{BB962C8B-B14F-4D97-AF65-F5344CB8AC3E}">
        <p14:creationId xmlns:p14="http://schemas.microsoft.com/office/powerpoint/2010/main" val="18583809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3D842-5935-4562-B988-3D8C7BB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9E9FD-2B35-4919-9958-4205D13F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13098-1F7D-45CB-B0C7-99974417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章节二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F976D-F87E-4014-946B-7663FB6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69F3049C-17DC-4093-A82C-94EC407B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填写文献梳理标题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09E83-F45A-417C-8664-C3B701EB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A08BA-1AF4-47A8-91CC-40D50854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018E0-32EF-4C4D-8A60-408459E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99BDD-E260-4329-B540-3AEEA3B9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51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检索关键词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B6544-236B-47AF-BEED-73A34EF5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证据分类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09A3F-4001-48A3-9036-24B1314E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668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A4F62-1E76-483B-94B6-CC597653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FC3B3-5D27-4C47-A3C2-BF1873E2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0025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5AC8C-D213-4F38-A1E0-687FF38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143BE-B138-4338-864B-BDBCB1A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D921B-6154-4D03-83B1-6542D630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BEA0-0C09-4D49-8A95-5E2E482A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DD1D6-5C31-4F2D-A27E-FA702F6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CED78-F25A-4A19-8597-5E536AF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3143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填写关键词八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C71B1-DB7C-4533-90B0-5A1C4DA8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381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已有认识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10695-1139-4DDC-861C-E0471E88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0383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支持证据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BBE23-9F81-42DD-900B-75A925D7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16954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9525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现有争议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7BC10-2468-4DAE-85E4-7EA2C1AC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13525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9525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研究空白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DD0AE-7A6E-4118-AA5F-F2B68A89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100203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28587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填写检索范围、资料来源或纳入条件。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B6FD6-99DF-42FA-B466-93F9090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10250"/>
            <a:ext cx="636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在此填写文献梳理的主要结论。</a:t>
            </a:r>
          </a:p>
        </p:txBody>
      </p:sp>
    </p:spTree>
    <p:extLst>
      <p:ext uri="{BB962C8B-B14F-4D97-AF65-F5344CB8AC3E}">
        <p14:creationId xmlns:p14="http://schemas.microsoft.com/office/powerpoint/2010/main" val="5553907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782304-EB35-4EA3-9002-34AF252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90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69FCD-C175-4E2E-AACA-4CE42445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190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AEB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AEB5D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37CA3-B0E1-4119-8813-E0561DD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E4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1E4F0"/>
                </a:solidFill>
                <a:latin typeface="Microsoft YaHei"/>
                <a:ea typeface="Microsoft YaHei"/>
                <a:cs typeface="Microsoft YaHei"/>
              </a:rPr>
              <a:t>章节三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030DA-E3AD-4D69-9DDA-F92C436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57400"/>
            <a:ext cx="2933700" cy="2609850"/>
          </a:xfrm>
          <a:prstGeom xmlns:a="http://schemas.openxmlformats.org/drawingml/2006/main" prst="roundRect">
            <a:avLst>
              <a:gd name="adj" fmla="val 730"/>
            </a:avLst>
          </a:prstGeom>
          <a:solidFill xmlns:a="http://schemas.openxmlformats.org/drawingml/2006/main">
            <a:srgbClr val="F8F8FA"/>
          </a:solidFill>
          <a:ln xmlns:a="http://schemas.openxmlformats.org/drawingml/2006/main" w="9525">
            <a:solidFill>
              <a:srgbClr val="8A95BC"/>
            </a:solidFill>
            <a:prstDash val="solid"/>
          </a:ln>
        </p:spPr>
      </p:sp>
      <p:sp>
        <p:nvSpPr>
          <p:cNvPr id="39" name="图片占位区"/>
          <p:cNvSpPr txBox="1"/>
          <p:nvPr/>
        </p:nvSpPr>
        <p:spPr>
          <a:xfrm xmlns:a="http://schemas.openxmlformats.org/drawingml/2006/main">
            <a:off x="266700" y="2406650"/>
            <a:ext cx="2895600" cy="1930400"/>
          </a:xfrm>
          <ns1:prstGeom xmlns:ns1="http://schemas.openxmlformats.org/drawingml/2006/main" prst="rect">
            <ns1:avLst/>
          </ns1:prstGeom>
          <ns2:noFill xmlns:ns2="http://schemas.openxmlformats.org/drawingml/2006/main"/>
          <ns3:ln xmlns:ns3="http://schemas.openxmlformats.org/drawingml/2006/main" w="12700">
            <ns3:solidFill>
              <ns3:srgbClr val="747DAD"/>
            </ns3:solidFill>
            <ns3:prstDash val="dash"/>
          </ns3:ln>
        </p:spPr>
        <p:txBody>
          <ns4:bodyPr xmlns:ns4="http://schemas.openxmlformats.org/drawingml/2006/main" wrap="square" anchor="ctr" lIns="91440" rIns="91440" tIns="45720" bIns="45720">
            <ns4:noAutofit/>
          </ns4:bodyPr>
          <ns5:lstStyle xmlns:ns5="http://schemas.openxmlformats.org/drawingml/2006/main"/>
          <ns6:p xmlns:ns6="http://schemas.openxmlformats.org/drawingml/2006/main">
            <ns6:pPr algn="ctr"/>
            <ns6:r>
              <ns6:rPr lang="zh-CN" sz="1400">
                <ns6:solidFill>
                  <ns6:srgbClr val="747DAD"/>
                </ns6:solidFill>
                <ns6:latin typeface="Arial"/>
                <ns6:ea typeface="Microsoft YaHei"/>
              </ns6:rPr>
              <ns6:t>插入图片</ns6:t>
            </ns6:r>
          </ns6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ED5A2-B251-42D6-986E-BDE317CF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E7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E7F2"/>
                </a:solidFill>
                <a:latin typeface="Microsoft YaHei"/>
                <a:ea typeface="Microsoft YaHei"/>
                <a:cs typeface="Microsoft YaHei"/>
              </a:rPr>
              <a:t>问题  ·  过程  ·  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91248-8EF1-444D-ACD7-BE7C505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42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填写本章节的主题与目标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CC9BB-2463-4708-AFCB-5D1EEDF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56851-0C42-4D5A-9429-E003FB2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73086-2FA0-4912-BE81-1893FAB5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步骤一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FA5C5-E2C8-4A44-8F70-780F96A9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填写起始任务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6736C-C23C-4278-971A-7D660D51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BB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EBB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9E65D-2B77-4A5B-B993-3BE807CE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C6488-55C5-4FA3-ABF7-C559DA0F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436EE-5B53-4BF3-A392-72E177A1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步骤二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F20DD-38C1-4FDD-A6F7-623AE8D5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52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填写处理过程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577A4-1AA3-45BC-9775-E7F5E796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BB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EBB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43796-2635-4482-8D02-3DFB828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F8076-794A-42E5-BBA9-7791C73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11073-2CB5-48B5-AFCD-EB3A6746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步骤三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405EB-AD4A-4925-9269-044788F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填写关键环节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DB767-7828-4592-8D43-38B298E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BB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EBB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69367-9D35-4E16-A60D-4DD4EE56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8BA41-70F5-4D13-9B43-DECAAF9D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0FA16-B54E-4DBE-9A65-74529397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步骤四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42879-9C7D-42ED-BD4D-4376288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52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填写预期输出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A17FB-E61C-4BD7-8315-5D4C5D9E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55C97-7F76-4258-A698-C9D20318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讨论重点一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C52B1-3866-4502-9BBC-C4E05B00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BE384-BCB7-4368-9ACC-EAD6C174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讨论重点二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C7BCD-C3D3-4432-A1AA-6A7AC14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D3785A-3AD8-4A12-A3E8-50140361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910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讨论重点三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07F66-C7F2-4E73-A072-6E27CB59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29250"/>
            <a:ext cx="75628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在此填写本章节的内容范围或关键说明。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F4AF0E-124C-40DC-8F2C-223E8753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205626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B35A4-78A9-4B29-B7F6-F4B7384A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399EA-39CB-4A36-ABE1-62E03EC6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FDD84-C31F-4847-9ABD-29BB4A3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章节三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E1CB5-C1DD-4204-BCF7-AEC6AE39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4AC85030-F2B3-474F-9A9A-FF9C589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填写并行流程标题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A16A1-D0BE-4C58-93C1-977EC7C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DB06C-2382-4241-B34C-21155A1E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3B5AA-2E4E-4112-9C2C-D82F9A24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43106-5F29-43E5-933B-A4DD1B49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流程一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B53EF-C20D-4065-AF4A-3ACE2B43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04950"/>
            <a:ext cx="655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填写流程名称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20F3D-2779-4443-9CC6-327806E6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24050"/>
            <a:ext cx="899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填写记录内容或主要观察项目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2FE84-4770-4C54-A84D-AC79B096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3845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424CA-6F03-4648-890B-52525749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3B7B1-F0C9-461B-9FC1-3060176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194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节点一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3CA5C-4169-4E82-ACD4-3B502326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27676-8C83-44FD-844E-29BA73C2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194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节点二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03FAC-E8F2-4E18-AAAA-C86D3D9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80F32-2F1D-454D-B396-D9CBA8DE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194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节点三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73A9C-650F-4F11-BF5B-A9BF0251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41337-ED05-4E3B-954C-6F14B2F0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节点四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24445-BEF9-4B1C-80C4-0A8F2334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95FDE-DDCA-41C3-BB12-B7B4416C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节点五</a:t>
            </a:r>
          </a:p>
          <a:p xmlns:a="http://schemas.openxmlformats.org/drawingml/2006/main">
            <a:pPr algn="ctr">
              <a:def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填写内容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ACCB7-3A38-44D0-AA85-F4C2B2E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填写时间安排或流程说明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DC7C4-0A50-460C-9A39-7CE21035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流程二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90CF50-0237-4642-9289-CD23E147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填写流程名称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4A0DA-4F25-4829-9689-1081EC9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41F74-1E5E-4606-9B59-0BC406E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29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EF6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D29BD-7527-46BC-9698-45FBEF92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24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填写步骤与内容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D8FB1C-1447-4D27-A44D-B6AE95ED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D44281-2D86-465A-AA12-B134CB53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填写步骤与内容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077A6B-51F3-4370-8CC0-DD06AD33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7658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在此填写两条流程之间的对应关系。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1881732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C109E4-F3BB-432C-816F-59169C5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74570-C3AC-421A-A5CC-4A59812B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1B5CE-6730-45D6-BCE2-BCD9400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章节三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44AF1-FFB6-4841-99A0-F267759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6CB6DF80-8513-4911-828C-AF33972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填写归纳与决策标题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A6A5B-122F-431C-BD4C-FD93118E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355B0-788E-4E85-8AA3-9C7D7E4D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ECC3E-4632-4739-88A9-569AD23F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D4B9F-221A-4EB2-B657-39CFF97D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647950" cy="219075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89E45-AF4B-4B25-8CA9-211A14AD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BB7C1-0CDE-4FA6-B0C6-A77B44FC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4021C-86A1-46DB-B805-9224BE0C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类别一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63D0C-2DA0-463D-95A6-0FFD6D3B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22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3FD10-D155-4075-8946-EF287851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228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填写项目一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填写项目二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CB422-8725-445D-A1F5-A86B80B1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2647950" cy="219075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214FD-B4ED-44E8-A7DE-F004DD80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430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1654A-D5E4-498A-BCC6-C2C606B4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907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BD440-0BDD-46DB-8873-2280B932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类别二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F5743-B05E-4A59-9CF8-97D284F7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43150"/>
            <a:ext cx="222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31160-A769-4EFE-A287-5ADFF8C1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2228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填写项目一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填写项目二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AF67A-1284-4EC4-AC74-F90D443F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2647950" cy="219075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3A159-E8ED-4E3E-A1C5-30CB1CD4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AB22A-92E9-44B4-A16C-C3C6B677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234A3-7DB7-4D75-8ECF-E2F03FFB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类别三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BF9113-F180-4AB6-9EA1-E94483F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222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8"/>
          </a:solidFill>
          <a:ln xmlns:a="http://schemas.openxmlformats.org/drawingml/2006/main" w="0">
            <a:solidFill>
              <a:srgbClr val="C8D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56BC0-B3B1-4046-AF84-685FA88B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2228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填写项目一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填写项目二</a:t>
            </a:r>
          </a:p>
          <a:p xmlns:a="http://schemas.openxmlformats.org/drawingml/2006/main">
            <a:pPr algn="ctr">
              <a:def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填写项目三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964D9-5698-4C40-8C7E-9406A561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待选项目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C5A38-6B86-4220-8320-B04F4EB9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193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  <a:p xmlns:a="http://schemas.openxmlformats.org/drawingml/2006/main">
            <a:pPr algn="ctr">
              <a:def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确定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6A7D5-5F50-4878-BCC7-1D1B8D6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9822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填写比较依据与选择条件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B5B9E1-A2D4-4E45-92F9-910700E6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672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8474D-FB72-4804-B5B8-F7959CC3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67300"/>
            <a:ext cx="81153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75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F58E8-E091-413D-9E34-C9E7C37D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673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E2C86-0C4C-44EF-913D-0251564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43500"/>
            <a:ext cx="7658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在此填写最终确定的重点内容。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EAA1FC-D473-4CC5-855A-4F86819B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48350"/>
            <a:ext cx="807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C"/>
                </a:solidFill>
                <a:latin typeface="Microsoft YaHei"/>
                <a:ea typeface="Microsoft YaHei"/>
                <a:cs typeface="Microsoft YaHei"/>
              </a:rPr>
              <a:t>补充选择理由、适用条件或后续安排。</a:t>
            </a:r>
          </a:p>
        </p:txBody>
      </p:sp>
    </p:spTree>
    <p:extLst>
      <p:ext uri="{BB962C8B-B14F-4D97-AF65-F5344CB8AC3E}">
        <p14:creationId xmlns:p14="http://schemas.microsoft.com/office/powerpoint/2010/main" val="20195594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2A1CA-3689-4E4A-B267-73629796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BEC4F-EDBE-4991-9920-558F2C3F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A8F34-DB15-42D5-BDAB-76BBA57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协作与分工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4325C-0506-4E30-B18B-7FA7756B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RESEARCH PRESENTATION  ·  日期</a:t>
            </a:r>
          </a:p>
        </p:txBody>
      </p:sp>
      <p:sp>
        <p:nvSpPr>
          <p:cNvPr id="5" name="slide-21-title">
            <a:extLst xmlns:a="http://schemas.openxmlformats.org/drawingml/2006/main">
              <a:ext uri="{FF2B5EF4-FFF2-40B4-BE49-F238E27FC236}">
                <a16:creationId xmlns:a16="http://schemas.microsoft.com/office/drawing/2014/main" id="{6E1B4716-DAAA-44D9-B79D-68A88187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填写分工与资源标题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7196E-363D-43D9-9FCE-E28621A6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FB756-3EF7-49CD-AC60-A3364DE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汇报标题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698F1-726D-4804-A3B0-C6467E24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7929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93496-976F-4042-8D3A-7D51A605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914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A95A56"/>
          </a:solidFill>
          <a:ln xmlns:a="http://schemas.openxmlformats.org/drawingml/2006/main" w="9525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C7CA3-C015-4725-9631-03E54A4A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914650" cy="15621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5E9E8"/>
          </a:solidFill>
          <a:ln xmlns:a="http://schemas.openxmlformats.org/drawingml/2006/main" w="9525">
            <a:solidFill>
              <a:srgbClr val="A95A56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填写负责内容</a:t>
            </a:r>
          </a:p>
          <a:p xmlns:a="http://schemas.openxmlformats.org/drawingml/2006/main">
            <a:pPr algn="ctr">
              <a:defRPr sz="15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填写预期产出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F54FA-5844-457A-B979-381AD4DA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62100"/>
            <a:ext cx="2914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87A73"/>
          </a:solidFill>
          <a:ln xmlns:a="http://schemas.openxmlformats.org/drawingml/2006/main" w="9525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7CA8A-AE76-4C2B-B873-59E2E521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28850"/>
            <a:ext cx="2914650" cy="15621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287A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填写负责内容</a:t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填写预期产出</a:t>
            </a:r>
          </a:p>
          <a:p xmlns:a="http://schemas.openxmlformats.org/drawingml/2006/main">
            <a:pPr algn="ctr">
              <a:def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补充协作说明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B4349-2F06-40F3-8580-60C9D5FC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62100"/>
            <a:ext cx="2914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6875A8"/>
          </a:solidFill>
          <a:ln xmlns:a="http://schemas.openxmlformats.org/drawingml/2006/main" w="9525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7DEBC-0E6C-4547-855D-CD86D639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28850"/>
            <a:ext cx="2914650" cy="15621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CEEF6"/>
          </a:solidFill>
          <a:ln xmlns:a="http://schemas.openxmlformats.org/drawingml/2006/main" w="9525">
            <a:solidFill>
              <a:srgbClr val="6875A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填写负责内容</a:t>
            </a:r>
          </a:p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填写预期产出</a:t>
            </a:r>
          </a:p>
          <a:p xmlns:a="http://schemas.openxmlformats.org/drawingml/2006/main">
            <a:pPr algn="ctr">
              <a:def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补充协作说明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E0EFB-C279-48D9-B837-E414528A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共享资源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E9463-108E-4CB6-8C42-1D2F6D75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897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878"/>
          </a:solidFill>
          <a:ln xmlns:a="http://schemas.openxmlformats.org/drawingml/2006/main" w="0">
            <a:solidFill>
              <a:srgbClr val="2858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48B50-4071-4435-B336-C2F4622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9240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资源一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692D5-5448-4F98-A2FF-68C0A93E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76800"/>
            <a:ext cx="19240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资源二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790AE-0E56-4471-B450-46CF42E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76800"/>
            <a:ext cx="19240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资源三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09520-1839-4E1F-8AA4-C6117A2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19240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资源四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73193-A395-4041-9671-B5FF384B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76800"/>
            <a:ext cx="19240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资源五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8A1C4-7802-46A2-9145-C348CAFA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81650"/>
            <a:ext cx="70866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28587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在此填写责任分工与协作安排。</a:t>
            </a:r>
          </a:p>
        </p:txBody>
      </p:sp>
    </p:spTree>
    <p:extLst>
      <p:ext uri="{BB962C8B-B14F-4D97-AF65-F5344CB8AC3E}">
        <p14:creationId xmlns:p14="http://schemas.microsoft.com/office/powerpoint/2010/main" val="2132096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3A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BB065-20AB-4776-9181-C7E22BC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8BD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8BDB6"/>
                </a:solidFill>
                <a:latin typeface="Microsoft YaHei"/>
                <a:ea typeface="Microsoft YaHei"/>
                <a:cs typeface="Microsoft YaHei"/>
              </a:rPr>
              <a:t>阶段计划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EEA6E-0AEC-46AF-98A7-1278DB7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填写后续工作标题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3C6E7-4C4E-48C0-8D10-EE842982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在此概述近期目标与主要安排。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CCCBD-CEDE-4C2B-9143-15CBEB30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24B2C-DF98-4BDD-BD16-82608E9B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99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A95A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BB7C1-72F4-403B-A8C8-9B84718E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A56"/>
          </a:solidFill>
          <a:ln xmlns:a="http://schemas.openxmlformats.org/drawingml/2006/main" w="0">
            <a:solidFill>
              <a:srgbClr val="A95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7B578-1ABD-4F95-9652-1CCE8676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EE25E-3188-413F-9012-8A8A61C5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填写具体工作</a:t>
            </a:r>
          </a:p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填写交付内容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919F6-0961-412D-902E-9444738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F3921-5989-4A3F-B929-1FC76EAD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99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87A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936C7-CE3C-4E0B-86FA-18AC0E3A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A73"/>
          </a:solidFill>
          <a:ln xmlns:a="http://schemas.openxmlformats.org/drawingml/2006/main" w="0">
            <a:solidFill>
              <a:srgbClr val="287A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C726F-80EC-4EB5-8761-B5457FC8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05D74-BD26-449B-9F3E-E99402D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填写具体工作</a:t>
            </a:r>
          </a:p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填写交付内容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411BB-0D83-4A0C-8BA2-E2CA30C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B5DE6-F628-4CE0-ADAD-90EE6181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99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6875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76345-261D-4A0F-938C-2D71D7EF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5A8"/>
          </a:solidFill>
          <a:ln xmlns:a="http://schemas.openxmlformats.org/drawingml/2006/main" w="0">
            <a:solidFill>
              <a:srgbClr val="687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FD36A-D61D-496F-BAC0-B3BD894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1048E-C584-440D-BDA5-F9895A38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6245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填写具体工作</a:t>
            </a:r>
          </a:p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填写交付内容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554B7-D071-4C45-8DBF-B0999649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9C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9CB7"/>
                </a:solidFill>
                <a:latin typeface="Microsoft YaHei"/>
                <a:ea typeface="Microsoft YaHei"/>
                <a:cs typeface="Microsoft YaHei"/>
              </a:rPr>
              <a:t>阶段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E4612-205C-483A-A202-88ED45E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99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B9C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6B9CB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A1C62-D181-427B-9F91-DAFF448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2152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CB7"/>
          </a:solidFill>
          <a:ln xmlns:a="http://schemas.openxmlformats.org/drawingml/2006/main" w="0">
            <a:solidFill>
              <a:srgbClr val="6B9C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0AFC7-E580-4DF1-A75E-B0BC061E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5FB15-624A-403E-A3DF-2BFF30F4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6245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填写具体工作</a:t>
            </a:r>
          </a:p>
          <a:p xmlns:a="http://schemas.openxmlformats.org/drawingml/2006/main">
            <a:pPr algn="l">
              <a:def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5DE"/>
                </a:solidFill>
                <a:latin typeface="Microsoft YaHei"/>
                <a:ea typeface="Microsoft YaHei"/>
                <a:cs typeface="Microsoft YaHei"/>
              </a:rPr>
              <a:t>填写交付内容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945A0-F1CD-4D95-88B4-050E57FA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在此填写时间节点、负责人员或补充说明。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1202E-61EC-43FA-BD2D-9EA198BB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EA4B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0971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医学期刊编辑风科研汇报通用模板</dc:title>
  <dcterms:created xsi:type="dcterms:W3CDTF">2026-09-01T14:43:39.6460000Z</dcterms:created>
  <dcterms:modified xsi:type="dcterms:W3CDTF">2026-09-01T14:43:39.6460000Z</dcterms:modified>
</coreProperties>
</file>